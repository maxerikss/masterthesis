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17"/>
    <p:restoredTop sz="94586"/>
  </p:normalViewPr>
  <p:slideViewPr>
    <p:cSldViewPr snapToGrid="0">
      <p:cViewPr>
        <p:scale>
          <a:sx n="84" d="100"/>
          <a:sy n="84" d="100"/>
        </p:scale>
        <p:origin x="1432" y="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57289-C25A-7C20-FCBF-4F6C05848D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1045A7-D1B8-DC62-7982-A5132DCEDB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0FD5D0-9FDA-F8B0-BA31-074ED1505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C318E-8615-9E4D-AA2F-CDF860DA8D8D}" type="datetimeFigureOut">
              <a:rPr lang="en-GB" smtClean="0"/>
              <a:t>02/10/2026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BDED2-16A2-042A-620C-FBAE296D2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A75F0D-8027-89F4-54D6-FC10CC2B8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2BCAF-8D6A-0341-8FF5-05F19A9ECA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32601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C3595-CF0C-2260-EDD2-6A41AFC5D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6FBD86-2CC8-27A4-CD76-22173DB5BA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FC0BB6-F76B-6011-5256-7310864D87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C318E-8615-9E4D-AA2F-CDF860DA8D8D}" type="datetimeFigureOut">
              <a:rPr lang="en-GB" smtClean="0"/>
              <a:t>02/10/2026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B2781E-CC8F-3868-7E31-22CFD5073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3B8F52-5379-E194-6B08-9DCF0DA1B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2BCAF-8D6A-0341-8FF5-05F19A9ECA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19082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AFB2D5-464A-C2ED-276E-F52985CD58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5BBA3B-E2E6-58FE-FDD5-06C90C368D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0D9592-9A3B-2E2E-191D-73F80071FA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C318E-8615-9E4D-AA2F-CDF860DA8D8D}" type="datetimeFigureOut">
              <a:rPr lang="en-GB" smtClean="0"/>
              <a:t>02/10/2026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305AE4-A8B8-D947-080B-24EF1C3CA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C01832-F445-1BC8-5C38-20B3D28AF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2BCAF-8D6A-0341-8FF5-05F19A9ECA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47277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81B48-4747-7109-37D7-BE9475362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66D093-5261-59AC-850D-BEFB7E91ED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66EE5E-377D-3D23-BC1E-81E6C6CD90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BC4FD2-D868-85AF-E8AA-4B0BB63D7C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C318E-8615-9E4D-AA2F-CDF860DA8D8D}" type="datetimeFigureOut">
              <a:rPr lang="en-GB" smtClean="0"/>
              <a:t>02/10/2026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47BFBF-9D14-9E1F-A37B-A9F458842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EF4205-F17F-CA3A-DCF2-10240E5FA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2BCAF-8D6A-0341-8FF5-05F19A9ECA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20278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BBD4A-011A-0644-9413-D7E68EBCF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875140-F26C-A3CE-9983-337C84C4A5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10CEC8-4D16-D900-C72B-A8B8265667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441C34-FB7E-962D-77E3-BBEF555658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D85DFD5-DD42-6E9A-FBF1-1DCABAAE83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1DB8A8-8D34-7349-7863-0DDF5173C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C318E-8615-9E4D-AA2F-CDF860DA8D8D}" type="datetimeFigureOut">
              <a:rPr lang="en-GB" smtClean="0"/>
              <a:t>02/10/2026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4FF53C-68B8-3B42-CD7D-94491C52A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D4CD442-65CE-A2B8-4BCA-002F4DD5F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2BCAF-8D6A-0341-8FF5-05F19A9ECA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95197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8E6D3-C0EB-6E0D-8971-2C485B013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FA0904-C68B-7B5E-36FE-C7FABE114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C318E-8615-9E4D-AA2F-CDF860DA8D8D}" type="datetimeFigureOut">
              <a:rPr lang="en-GB" smtClean="0"/>
              <a:t>02/10/2026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9102BB-1FA3-6ED9-175B-932774102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32047C-9BAF-5636-041B-A3F31E4F9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2BCAF-8D6A-0341-8FF5-05F19A9ECA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67028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498069-47F9-24F8-B50C-2CC27916C3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C318E-8615-9E4D-AA2F-CDF860DA8D8D}" type="datetimeFigureOut">
              <a:rPr lang="en-GB" smtClean="0"/>
              <a:t>02/10/2026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7DCFBF-58C8-6AE4-0B49-23BD2B76B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29C347-6BB2-0D8E-C28C-9EE36C2F8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2BCAF-8D6A-0341-8FF5-05F19A9ECA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44836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2B9A2-2A63-F59F-BB61-CB400200B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F4DB87-A5C6-8CCD-F98B-6F72133485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7709D8-542D-F6E8-1612-104193106D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CD96BE-54DC-8E9B-0E8E-D27B44DA51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C318E-8615-9E4D-AA2F-CDF860DA8D8D}" type="datetimeFigureOut">
              <a:rPr lang="en-GB" smtClean="0"/>
              <a:t>02/10/2026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5C1E3D-34EC-2C88-7BDE-AC167B224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E23D58-02CA-15FF-5354-985FF96C0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2BCAF-8D6A-0341-8FF5-05F19A9ECA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32544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90608-677B-CD34-F3DA-A0A46F040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A3017DF-4889-78F9-628C-57DC938F5AE2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B0C87F-1D10-027A-70CB-71090D483D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6F4034-0266-1919-5C6B-1746F88B60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C318E-8615-9E4D-AA2F-CDF860DA8D8D}" type="datetimeFigureOut">
              <a:rPr lang="en-GB" smtClean="0"/>
              <a:t>02/10/2026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40752A-A582-4241-E209-E5CD9DCCF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BECAFC-F176-1178-6FFB-1D467EF95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2BCAF-8D6A-0341-8FF5-05F19A9ECA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129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78066-7A66-E321-E06A-141D7B465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F50FB8-2E72-C874-BBE5-384F095500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90C5F5-E13B-4AA6-F891-DBE371630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C318E-8615-9E4D-AA2F-CDF860DA8D8D}" type="datetimeFigureOut">
              <a:rPr lang="en-GB" smtClean="0"/>
              <a:t>02/10/2026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466790-C953-6358-D23E-1C7D6584F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AC8E63-6D97-CF26-8BD1-2AE9C4D09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2BCAF-8D6A-0341-8FF5-05F19A9ECA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0778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0D148BB-ED1C-9A6E-4898-7F64BA442C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99B934-AB76-DD2C-6E71-C40F82FF6A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7F147E-EA6B-1255-1073-D7861373F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C318E-8615-9E4D-AA2F-CDF860DA8D8D}" type="datetimeFigureOut">
              <a:rPr lang="en-GB" smtClean="0"/>
              <a:t>02/10/2026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CF3224-9383-B0F8-0F19-13885E0EF0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212613-96A4-D4AB-EDDC-8A384594C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32BCAF-8D6A-0341-8FF5-05F19A9ECA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0184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3D10DB0-C0F2-FAF1-B1D6-091AD7E0B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8C8A20-7187-0D73-9CFB-5348011F4B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0E8B8A-6302-FC2A-6DE3-4E08D2D857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4C318E-8615-9E4D-AA2F-CDF860DA8D8D}" type="datetimeFigureOut">
              <a:rPr lang="en-GB" smtClean="0"/>
              <a:t>02/10/2026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B74F36-0CAD-5A85-6597-45C1FF3C91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90F051-6744-1C95-1768-59150337E1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32BCAF-8D6A-0341-8FF5-05F19A9ECA4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2594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58A4AD1-FFEE-7618-155C-2C8A08A2C9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85" y="2869694"/>
            <a:ext cx="7772400" cy="165690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6020676-B9E4-CBE4-22C5-F9787D81B8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85" y="4526601"/>
            <a:ext cx="7772400" cy="90667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E2461CF-EEEB-47C1-6362-5F1EE73D43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85" y="5433277"/>
            <a:ext cx="4192616" cy="90667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C4A25B3-D5B9-82C1-07F5-737FC926DF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5028" y="333271"/>
            <a:ext cx="4342850" cy="325949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07F2433-9B00-5645-F9E6-3F051AC8FDC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4121" y="426316"/>
            <a:ext cx="6582983" cy="244337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455F8D1-8DDD-9C97-45C7-5425DA18A71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12301" y="3698147"/>
            <a:ext cx="3821117" cy="2867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8085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264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Max Eriksson</dc:creator>
  <cp:lastModifiedBy>Max Eriksson</cp:lastModifiedBy>
  <cp:revision>2</cp:revision>
  <dcterms:created xsi:type="dcterms:W3CDTF">2026-10-01T11:06:36Z</dcterms:created>
  <dcterms:modified xsi:type="dcterms:W3CDTF">2026-10-02T07:25:12Z</dcterms:modified>
</cp:coreProperties>
</file>